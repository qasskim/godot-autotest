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2540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리듬게임 테스트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D4FF"/>
                </a:solidFill>
                <a:latin typeface="Malgun Gothic"/>
              </a:rPr>
              <a:t>매뉴얼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algun Gothic"/>
              </a:rPr>
              <a:t>프로젝트</a:t>
            </a:r>
          </a:p>
          <a:p>
            <a:pPr algn="l"/>
            <a:r>
              <a:rPr sz="1400" b="0">
                <a:solidFill>
                  <a:srgbClr val="B0B8C8"/>
                </a:solidFill>
                <a:latin typeface="Malgun Gothic"/>
              </a:rPr>
              <a:t>  Godot 4.4 Android 리듬게임 (16레인 듀얼 윙)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00D4FF"/>
                </a:solidFill>
                <a:latin typeface="Malgun Gothic"/>
              </a:rPr>
              <a:t>테스트 방식</a:t>
            </a:r>
          </a:p>
          <a:p>
            <a:pPr algn="l"/>
            <a:r>
              <a:rPr sz="1400" b="0">
                <a:solidFill>
                  <a:srgbClr val="B0B8C8"/>
                </a:solidFill>
                <a:latin typeface="Malgun Gothic"/>
              </a:rPr>
              <a:t>  Godot 내장 HTTP TestServer (포트 5000) + Appium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00D4FF"/>
                </a:solidFill>
                <a:latin typeface="Malgun Gothic"/>
              </a:rPr>
              <a:t>대상 기기</a:t>
            </a:r>
          </a:p>
          <a:p>
            <a:pPr algn="l"/>
            <a:r>
              <a:rPr sz="1400" b="0">
                <a:solidFill>
                  <a:srgbClr val="B0B8C8"/>
                </a:solidFill>
                <a:latin typeface="Malgun Gothic"/>
              </a:rPr>
              <a:t>  실기기  Samsung Galaxy Note 20 (R3CR501XHAJ)</a:t>
            </a:r>
          </a:p>
          <a:p>
            <a:pPr algn="l"/>
            <a:r>
              <a:rPr sz="1400" b="0">
                <a:solidFill>
                  <a:srgbClr val="B0B8C8"/>
                </a:solidFill>
                <a:latin typeface="Malgun Gothic"/>
              </a:rPr>
              <a:t>  AVD     RhythmGame_FHD (emulator-5554, 2280×1080)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00D4FF"/>
                </a:solidFill>
                <a:latin typeface="Malgun Gothic"/>
              </a:rPr>
              <a:t>TC 수</a:t>
            </a:r>
          </a:p>
          <a:p>
            <a:pPr algn="l"/>
            <a:r>
              <a:rPr sz="1400" b="0">
                <a:solidFill>
                  <a:srgbClr val="2ECC71"/>
                </a:solidFill>
                <a:latin typeface="Malgun Gothic"/>
              </a:rPr>
              <a:t>  12건 전체 PASS</a:t>
            </a:r>
          </a:p>
        </p:txBody>
      </p:sp>
      <p:pic>
        <p:nvPicPr>
          <p:cNvPr id="8" name="Picture 7" descr="04_in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657600" cy="2057400"/>
          </a:xfrm>
          <a:prstGeom prst="rect">
            <a:avLst/>
          </a:prstGeom>
        </p:spPr>
      </p:pic>
      <p:pic>
        <p:nvPicPr>
          <p:cNvPr id="9" name="Picture 8" descr="06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4612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Qasskim / github.com/Qasskim/godot-autotest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Malgun Gothic"/>
              </a:rPr>
              <a:t>아키텍처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982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기존 방식의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0" cy="1645920"/>
          </a:xfrm>
          <a:prstGeom prst="rect">
            <a:avLst/>
          </a:prstGeom>
          <a:solidFill>
            <a:srgbClr val="2C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Malgun Gothic"/>
              </a:rPr>
              <a:t>UIAutomator2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  Godot GL 캔버스 → 전체가 단 하나의 View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  개별 버튼 탐지 불가, accessibility_name 무효</a:t>
            </a:r>
          </a:p>
          <a:p>
            <a:pPr algn="l"/>
            <a:r>
              <a:rPr sz="1300" b="1">
                <a:solidFill>
                  <a:srgbClr val="E74C3C"/>
                </a:solidFill>
                <a:latin typeface="Malgun Gothic"/>
              </a:rPr>
              <a:t>이미지 매칭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  토글 ON/OFF 상태 판별 불가 (신뢰성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9982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채택: Godot HTTP TestServer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164592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  <a:latin typeface="Malgun Gothic"/>
              </a:rPr>
              <a:t>Godot 앱 내부에 경량 HTTP 서버 내장 (포트 5000)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  debug 빌드에서만 활성화 (OS.is_debug_build())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adb forward tcp:5000 → PC에서 localhost:5000 접근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Appium은 앱 실행/종료만 담당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Malgun Gothic"/>
              </a:rPr>
              <a:t>나머지 모든 제어는 HTTP API로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385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구성도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2743200" cy="109728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PC
Python 테스트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657600"/>
            <a:ext cx="2743200" cy="109728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Appium Server
localhost:4723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657600"/>
            <a:ext cx="2743200" cy="109728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Android 기기
(실기기/AVD)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657600"/>
            <a:ext cx="2743200" cy="109728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3840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Godot
TestServer :5000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160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8"/>
                </a:solidFill>
                <a:latin typeface="Malgun Gothic"/>
              </a:rPr>
              <a:t>앱 실행/종료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60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8"/>
                </a:solidFill>
                <a:latin typeface="Malgun Gothic"/>
              </a:rPr>
              <a:t>adb forward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160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8"/>
                </a:solidFill>
                <a:latin typeface="Malgun Gothic"/>
              </a:rPr>
              <a:t>HTTP GET/POST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673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HTTP API 엔드포인트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GET  /ping              앱 생존 확인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GET  /scene             현재 씬 이름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GET  /autoplay          오토플레이 상태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GET  /result            결과 데이터 (score, grade, wow, miss...)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POST /autoplay/on|off   오토플레이 제어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POST /navigate/...      씬 전환 트리거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POST /tap/...           버튼 탭 트리거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Malgun Gothic"/>
              </a:rPr>
              <a:t>사전 준비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25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필수 소프트웨어 설치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7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23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2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23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Appium 2.x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onsolas"/>
              </a:rPr>
              <a:t>npm install -g appium  |  appium driver install uiautomator2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6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23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Android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onsolas"/>
              </a:rPr>
              <a:t>adb 명령어 PATH 등록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5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23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Godot 4.4.1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onsolas"/>
              </a:rPr>
              <a:t>D:\Godot_v4.4.1-stable_win64.exe\... (빌드용)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4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23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Java 11+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onsolas"/>
              </a:rPr>
              <a:t>Appium / UIAutomator2 의존성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9144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9525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경로 설정 (main.py)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3716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onsolas"/>
              </a:rPr>
              <a:t>ADB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  %LOCALAPPDATA%\Android\Sdk\platform-tools\adb.exe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00D4FF"/>
                </a:solidFill>
                <a:latin typeface="Consolas"/>
              </a:rPr>
              <a:t>GODOT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  D:\Godot_v4.4.1-stable_win64.exe\..._console.exe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00D4FF"/>
                </a:solidFill>
                <a:latin typeface="Consolas"/>
              </a:rPr>
              <a:t>PROJECT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  D:\Godot\RhythmGame_New\Godot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00D4FF"/>
                </a:solidFill>
                <a:latin typeface="Consolas"/>
              </a:rPr>
              <a:t>APK 출력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  D:\Automation\apk\RhythmGame_debug.apk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015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기기 연결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adb devices                        # 연결된 기기 목록 확인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adb -s R3CR501XHAJ get-model       # 실기기 연결 확인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emulator -list-avds                # AVD 목록 확인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emulator -avd RhythmGame_FHD       # AVD 실행 (별도 터미널)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7871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requirements.txt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60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Appium-Python-Client&gt;=3.0.0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openpyxl&gt;=3.1.0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Pillow&gt;=10.0.0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pytesseract&gt;=0.3.10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psutil&gt;=5.9.0</a:t>
            </a:r>
          </a:p>
          <a:p>
            <a:pPr algn="l"/>
            <a:r>
              <a:rPr sz="1200" b="0">
                <a:solidFill>
                  <a:srgbClr val="B0B8C8"/>
                </a:solidFill>
                <a:latin typeface="Consolas"/>
              </a:rPr>
              <a:t>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  <a:latin typeface="Malgun Gothic"/>
              </a:rPr>
              <a:t>실행 전 준비  —  매번 실행 전 확인하는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566928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9144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F23"/>
                </a:solidFill>
                <a:latin typeface="Malgun Gothic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525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터미널 A  —  Appium 서버 시작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" y="1325880"/>
            <a:ext cx="5440680" cy="34747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639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appium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440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Appium은 Python 테스트 코드와 Android 기기 사이의 중간 서버입니다.
테스트를 실행하기 전에 반드시 먼저 켜 두어야 합니다.
실행 후 'Appium REST http interface listener started on 0.0.0.0:4723' 메시지가 보이면 준비 완료.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46120"/>
            <a:ext cx="566928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46120"/>
            <a:ext cx="9144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246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F23"/>
                </a:solidFill>
                <a:latin typeface="Malgun Gothi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842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기기 연결 확인  (실기기 사용 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657600"/>
            <a:ext cx="5440680" cy="34747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6957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onsolas"/>
              </a:rPr>
              <a:t>adb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5440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USB 케이블로 연결 후 위 명령어를 실행합니다.
결과에 'R3CR501XHAJ   device' 가 보이면 연결 성공.
'unauthorized' 가 보이면 기기 화면에서 'USB 디버깅 허용' 팝업을 수락하세요.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4846320"/>
            <a:ext cx="5440680" cy="292608"/>
          </a:xfrm>
          <a:prstGeom prst="rect">
            <a:avLst/>
          </a:prstGeom>
          <a:solidFill>
            <a:srgbClr val="4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717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Malgun Gothic"/>
              </a:rPr>
              <a:t>⚠  기기 설정 &gt; 개발자 옵션 &gt; USB 디버깅 이 켜져 있어야 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66928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914400"/>
            <a:ext cx="91440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914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F23"/>
                </a:solidFill>
                <a:latin typeface="Malgun Gothic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9525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AVD 실행  (에뮬레이터 사용 시)  —  터미널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3368" y="1325880"/>
            <a:ext cx="5440680" cy="34747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13639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onsolas"/>
              </a:rPr>
              <a:t>emulator -avd RhythmGame_FHD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440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별도 터미널 창을 열어서 실행합니다. 에뮬레이터 화면이 뜨고
Android 홈 화면이 보일 때까지 기다리세요 (1~2분 소요).
이후 'adb devices' 로 'emulator-5554  device' 가 뜨면 준비 완료.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566928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246120"/>
            <a:ext cx="914400" cy="347472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46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F23"/>
                </a:solidFill>
                <a:latin typeface="Malgun Gothic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842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터미널 C  —  테스트 실행 (다음 슬라이드 참고)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3657600"/>
            <a:ext cx="5440680" cy="34747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6957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AACC"/>
                </a:solidFill>
                <a:latin typeface="Consolas"/>
              </a:rPr>
              <a:t>cd D:\Automation\RhythmGame_AutoTest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69080"/>
            <a:ext cx="5440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테스트 폴더로 이동한 뒤 다음 슬라이드의 명령어를 실행합니다.
Appium 서버(터미널 A)와 기기/에뮬레이터는 계속 켜 두어야 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355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8"/>
                </a:solidFill>
                <a:latin typeface="Malgun Gothic"/>
              </a:rPr>
              <a:t>※  실기기와 AVD 중 하나만 선택하면 됩니다. STEP 2는 사용하는 방식에 맞게 진행하세요.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  <a:latin typeface="Malgun Gothic"/>
              </a:rPr>
              <a:t>테스트 실행  —  명령어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1261872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78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실기기 (기본)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38560" cy="38404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onsolas"/>
              </a:rPr>
              <a:t>&gt;  python 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실기기 R3CR501XHAJ 에서 실행합니다.
APK를 자동으로 빌드(Godot) → 설치(adb) → 포트 포워딩 → 테스트 순서로 진행됩니다.
처음 빌드는 1~3분 소요됩니다.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86000"/>
            <a:ext cx="11338560" cy="1261872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50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AVD (에뮬레이터)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33472"/>
            <a:ext cx="11338560" cy="38404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onsolas"/>
              </a:rPr>
              <a:t>&gt;  python main.py emulator-5554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에뮬레이터에서 실행합니다.
먼저 에뮬레이터가 완전히 부팅되어 있어야 합니다 (이전 슬라이드 STEP 2 참고).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57600"/>
            <a:ext cx="11338560" cy="1261872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216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복수 기기 순차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05072"/>
            <a:ext cx="11338560" cy="38404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onsolas"/>
              </a:rPr>
              <a:t>&gt;  python main.py R3CR501XHAJ emulator-5554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실기기와 AVD 모두에서 순차적으로 실행합니다.
결과 xlsx 파일이 기기별로 각각 생성됩니다.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029200"/>
            <a:ext cx="11338560" cy="1261872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93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빌드 생략 (빠른 재실행)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76672"/>
            <a:ext cx="11338560" cy="38404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onsolas"/>
              </a:rPr>
              <a:t>&gt;  python main.py --skip-build emulator-5554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이미 APK가 있을 때 빌드 단계를 건너뜁니다.
코드만 수정하고 APK는 그대로 쓸 때 사용 (시간 단축).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190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python main.py 실행 시 내부 순서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Malgun Gothic"/>
              </a:rPr>
              <a:t>① Godot
APK 빌드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1992" y="6537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Malgun Gothic"/>
              </a:rPr>
              <a:t>② adb
install -r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6537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Malgun Gothic"/>
              </a:rPr>
              <a:t>③ adb forward
tcp:5000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6537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Malgun Gothic"/>
              </a:rPr>
              <a:t>④ Appium
드라이버 연결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6537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Malgun Gothic"/>
              </a:rPr>
              <a:t>⑤ TC 01~12
순차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6537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6446520"/>
            <a:ext cx="1783080" cy="530352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6483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Malgun Gothic"/>
              </a:rPr>
              <a:t>⑥ test_results
.xlsx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Malgun Gothic"/>
              </a:rPr>
              <a:t>테스트 케이스 목록 (TC 12건)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2ECC71"/>
                </a:solidFill>
                <a:latin typeface="Malgun Gothic"/>
              </a:rPr>
              <a:t>전체 PASS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525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525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모듈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525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테스트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9525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Malgun Gothic"/>
              </a:rPr>
              <a:t>검증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492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3492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3492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앱 실행 후 메인 화면에 진입했는가?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349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MainMenu 씬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19072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7698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769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769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PLAY 버튼 터치 후 곡 선택 화면에 진입했는가?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769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SongSelect 씬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39696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1904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1904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190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DEBUG에서 오토플레이를 활성화했는가?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904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API auto_play=true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60320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111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611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611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곡 선택 후 게임 화면에 진입했는가?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11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GameScene 씬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80944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0317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0317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0317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오토플레이 완주 후 결과 화면에 진입했는가?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031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ResultScreen 씬 확인 (최대 300초)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01568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4523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452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452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오토플레이 결과에서 Miss가 0인가?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452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GET /result → miss==0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22192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729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38729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onsolas"/>
              </a:rPr>
              <a:t>test_autoplay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3872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오토플레이 결과 등급이 MAX인가?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872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GET /result → grade=="MAX"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42816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2936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2936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nsolas"/>
              </a:rPr>
              <a:t>test_result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42936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결과 화면에 판정 항목이 모두 표시되는가?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293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wow/great/good/oops 키 존재 확인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663440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7142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4714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nsolas"/>
              </a:rPr>
              <a:t>test_result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4714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결과 화면에 점수가 표시되는가?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142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score &gt;= 0 확인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84064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1348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5134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nsolas"/>
              </a:rPr>
              <a:t>test_result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5134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다시하기 버튼 동작 후 게임 화면에 진입했는가?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5134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tap_retry → GameScene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504688"/>
            <a:ext cx="11430000" cy="402336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55548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55554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nsolas"/>
              </a:rPr>
              <a:t>test_result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6120" y="55554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곡 선택 버튼 동작 후 곡 선택 화면에 복귀했는가?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5555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tap_select_song → SongSelect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925312"/>
            <a:ext cx="1143000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9761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TC-12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59761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onsolas"/>
              </a:rPr>
              <a:t>test_navigation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5976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곡 선택 화면에서 메인 메뉴로 복귀했는가?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5976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navigate_main_menu → MainMenu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Malgun Gothic"/>
              </a:rPr>
              <a:t>실행 흐름 &amp; 화면 스크린샷</a:t>
            </a:r>
          </a:p>
        </p:txBody>
      </p:sp>
      <p:pic>
        <p:nvPicPr>
          <p:cNvPr id="4" name="Picture 3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651760" cy="14904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14400"/>
            <a:ext cx="265176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Malgun Gothic"/>
              </a:rPr>
              <a:t>01 메인 메뉴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TC-01: 앱 실행
→ MainMenu 씬 확인</a:t>
            </a:r>
          </a:p>
        </p:txBody>
      </p:sp>
      <p:pic>
        <p:nvPicPr>
          <p:cNvPr id="8" name="Picture 7" descr="02_song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914400"/>
            <a:ext cx="2651760" cy="1490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11880" y="914400"/>
            <a:ext cx="265176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914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Malgun Gothic"/>
              </a:rPr>
              <a:t>02 곡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TC-02~04: PLAY 진입
오토플레이 ON
첫 곡 선택 &amp; 시작</a:t>
            </a:r>
          </a:p>
        </p:txBody>
      </p:sp>
      <p:pic>
        <p:nvPicPr>
          <p:cNvPr id="12" name="Picture 11" descr="04_in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914400"/>
            <a:ext cx="2651760" cy="1490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66560" y="914400"/>
            <a:ext cx="265176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914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Malgun Gothic"/>
              </a:rPr>
              <a:t>03 인게임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TC-05: 오토플레이
완주 대기 (최대 300초)</a:t>
            </a:r>
          </a:p>
        </p:txBody>
      </p:sp>
      <p:pic>
        <p:nvPicPr>
          <p:cNvPr id="16" name="Picture 15" descr="06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914400"/>
            <a:ext cx="2651760" cy="1490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921240" y="914400"/>
            <a:ext cx="265176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914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Malgun Gothic"/>
              </a:rPr>
              <a:t>04 결과 화면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Malgun Gothic"/>
              </a:rPr>
              <a:t>TC-06~09: Miss=0
GRADE MAX 확인
판정/점수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671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TC 실행 흐름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앱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2702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08736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88620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곡 선택 진입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702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8" y="408736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88620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오토플레이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2702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408736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88620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4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첫 곡 플레이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42702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408736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388620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완주 대기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2702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4980" y="4572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4632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8828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결과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2303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TC-06~09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5608" y="50474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484632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48828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다시하기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2303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24328" y="50474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84632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48828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완주 재대기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52303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(자동)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3048" y="50474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484632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77640" y="48828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곡선택 복귀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52303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01768" y="50474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4846320"/>
            <a:ext cx="105156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6360" y="48828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메인 복귀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52303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Malgun Gothic"/>
              </a:rPr>
              <a:t>TC-12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4290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34671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F23"/>
                </a:solidFill>
                <a:latin typeface="Malgun Gothic"/>
              </a:rPr>
              <a:t>결과 출력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3886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test_results_&lt;기기명&gt;.xlsx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Consolas"/>
              </a:rPr>
              <a:t>컬럼: TC번호 / 항목 / PASS/FAIL</a:t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Consolas"/>
              </a:rPr>
              <a:t>       실패 시 스크린샷 경로 / 에러 메시지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B0B8C8"/>
                </a:solidFill>
                <a:latin typeface="Consolas"/>
              </a:rPr>
              <a:t>스크린샷: screenshots/&lt;datetime&gt;_tc&lt;N&gt;.png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